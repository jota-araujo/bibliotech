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Vitor Silva Martins Araújo" userId="7aec70bc7b58df8d" providerId="LiveId" clId="{3C6C2FC3-9F7D-B149-BFBC-1B8209E8A247}"/>
    <pc:docChg chg="custSel addSld modSld">
      <pc:chgData name="João Vitor Silva Martins Araújo" userId="7aec70bc7b58df8d" providerId="LiveId" clId="{3C6C2FC3-9F7D-B149-BFBC-1B8209E8A247}" dt="2023-08-30T13:09:15.530" v="8" actId="700"/>
      <pc:docMkLst>
        <pc:docMk/>
      </pc:docMkLst>
      <pc:sldChg chg="modSp mod setBg chgLayout">
        <pc:chgData name="João Vitor Silva Martins Araújo" userId="7aec70bc7b58df8d" providerId="LiveId" clId="{3C6C2FC3-9F7D-B149-BFBC-1B8209E8A247}" dt="2023-08-30T13:09:15.530" v="8" actId="700"/>
        <pc:sldMkLst>
          <pc:docMk/>
          <pc:sldMk cId="2562113362" sldId="256"/>
        </pc:sldMkLst>
        <pc:spChg chg="mod ord">
          <ac:chgData name="João Vitor Silva Martins Araújo" userId="7aec70bc7b58df8d" providerId="LiveId" clId="{3C6C2FC3-9F7D-B149-BFBC-1B8209E8A247}" dt="2023-08-30T13:09:15.530" v="8" actId="700"/>
          <ac:spMkLst>
            <pc:docMk/>
            <pc:sldMk cId="2562113362" sldId="256"/>
            <ac:spMk id="2" creationId="{D335A3FF-4204-6453-C6BE-2840E14393DC}"/>
          </ac:spMkLst>
        </pc:spChg>
        <pc:spChg chg="mod ord">
          <ac:chgData name="João Vitor Silva Martins Araújo" userId="7aec70bc7b58df8d" providerId="LiveId" clId="{3C6C2FC3-9F7D-B149-BFBC-1B8209E8A247}" dt="2023-08-30T13:09:15.530" v="8" actId="700"/>
          <ac:spMkLst>
            <pc:docMk/>
            <pc:sldMk cId="2562113362" sldId="256"/>
            <ac:spMk id="3" creationId="{27F63D95-1D57-7834-8CC5-BC8523BB67A7}"/>
          </ac:spMkLst>
        </pc:spChg>
      </pc:sldChg>
      <pc:sldChg chg="new">
        <pc:chgData name="João Vitor Silva Martins Araújo" userId="7aec70bc7b58df8d" providerId="LiveId" clId="{3C6C2FC3-9F7D-B149-BFBC-1B8209E8A247}" dt="2023-08-30T13:06:56.308" v="0" actId="680"/>
        <pc:sldMkLst>
          <pc:docMk/>
          <pc:sldMk cId="2521688146" sldId="257"/>
        </pc:sldMkLst>
      </pc:sldChg>
      <pc:sldChg chg="new">
        <pc:chgData name="João Vitor Silva Martins Araújo" userId="7aec70bc7b58df8d" providerId="LiveId" clId="{3C6C2FC3-9F7D-B149-BFBC-1B8209E8A247}" dt="2023-08-30T13:06:59.133" v="1" actId="680"/>
        <pc:sldMkLst>
          <pc:docMk/>
          <pc:sldMk cId="2373370691" sldId="258"/>
        </pc:sldMkLst>
      </pc:sldChg>
      <pc:sldChg chg="new">
        <pc:chgData name="João Vitor Silva Martins Araújo" userId="7aec70bc7b58df8d" providerId="LiveId" clId="{3C6C2FC3-9F7D-B149-BFBC-1B8209E8A247}" dt="2023-08-30T13:07:00.073" v="2" actId="680"/>
        <pc:sldMkLst>
          <pc:docMk/>
          <pc:sldMk cId="2235563906" sldId="259"/>
        </pc:sldMkLst>
      </pc:sldChg>
      <pc:sldChg chg="new">
        <pc:chgData name="João Vitor Silva Martins Araújo" userId="7aec70bc7b58df8d" providerId="LiveId" clId="{3C6C2FC3-9F7D-B149-BFBC-1B8209E8A247}" dt="2023-08-30T13:07:01.051" v="3" actId="680"/>
        <pc:sldMkLst>
          <pc:docMk/>
          <pc:sldMk cId="2610420954" sldId="260"/>
        </pc:sldMkLst>
      </pc:sldChg>
      <pc:sldChg chg="new">
        <pc:chgData name="João Vitor Silva Martins Araújo" userId="7aec70bc7b58df8d" providerId="LiveId" clId="{3C6C2FC3-9F7D-B149-BFBC-1B8209E8A247}" dt="2023-08-30T13:07:02.392" v="4" actId="680"/>
        <pc:sldMkLst>
          <pc:docMk/>
          <pc:sldMk cId="335463116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5A3FF-4204-6453-C6BE-2840E1439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F63D95-1D57-7834-8CC5-BC8523BB67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113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4EE82-655C-B3D0-4448-FDC3C660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100BC4-CC08-BAAF-69A0-969561B84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68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252BA-036C-EE99-9AB4-E0A9FD5F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BC673B-2073-332A-7173-0ADF2218C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37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02C18-EDC7-9966-6CD4-96CF6699C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FDB11D-68EC-6A68-DEA6-D83D8B3D3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6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5E695-186A-0F2A-F3AA-8EE1E336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9D883-CD8F-8E6A-7236-7BF7EB48D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42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3D407-3C9B-D2EF-1D38-5C7D412E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654EA0-A086-C0E6-4939-4CBFC1EBD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6311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Vitor Silva Martins Araújo</dc:creator>
  <cp:lastModifiedBy>João Vitor Silva Martins Araújo</cp:lastModifiedBy>
  <cp:revision>1</cp:revision>
  <dcterms:created xsi:type="dcterms:W3CDTF">2023-08-30T13:06:52Z</dcterms:created>
  <dcterms:modified xsi:type="dcterms:W3CDTF">2023-08-30T13:09:25Z</dcterms:modified>
</cp:coreProperties>
</file>